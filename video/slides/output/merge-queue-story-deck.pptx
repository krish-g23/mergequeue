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f81bca81fc4a6a" /><Relationship Type="http://schemas.openxmlformats.org/officeDocument/2006/relationships/extended-properties" Target="/docProps/app.xml" Id="R160860afce7c428d" /><Relationship Type="http://schemas.openxmlformats.org/officeDocument/2006/relationships/officeDocument" Target="/ppt/presentation.xml" Id="R8eb17289ff484a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033d8827b5416f"/>
  </p:sldMasterIdLst>
  <p:notesMasterIdLst>
    <p:notesMasterId xmlns:r="http://schemas.openxmlformats.org/officeDocument/2006/relationships" r:id="Red4e87d7d1fb43af"/>
  </p:notesMasterIdLst>
  <p:sldIdLst>
    <p:sldId xmlns:r="http://schemas.openxmlformats.org/officeDocument/2006/relationships" id="256" r:id="R040de6a451d144b8"/>
    <p:sldId xmlns:r="http://schemas.openxmlformats.org/officeDocument/2006/relationships" id="257" r:id="R88fe6442e98744b8"/>
    <p:sldId xmlns:r="http://schemas.openxmlformats.org/officeDocument/2006/relationships" id="258" r:id="R76836f89b1dd4552"/>
    <p:sldId xmlns:r="http://schemas.openxmlformats.org/officeDocument/2006/relationships" id="259" r:id="R1fd391a0170742ca"/>
    <p:sldId xmlns:r="http://schemas.openxmlformats.org/officeDocument/2006/relationships" id="260" r:id="R3eb5b3aa85ee483b"/>
    <p:sldId xmlns:r="http://schemas.openxmlformats.org/officeDocument/2006/relationships" id="261" r:id="R967fe3ce49db4868"/>
    <p:sldId xmlns:r="http://schemas.openxmlformats.org/officeDocument/2006/relationships" id="262" r:id="Rbd42ea65988940e7"/>
    <p:sldId xmlns:r="http://schemas.openxmlformats.org/officeDocument/2006/relationships" id="263" r:id="Rebd00e18a65f43bc"/>
    <p:sldId xmlns:r="http://schemas.openxmlformats.org/officeDocument/2006/relationships" id="264" r:id="R2ea864de265b41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67906195364872" /><Relationship Type="http://schemas.openxmlformats.org/officeDocument/2006/relationships/slideMaster" Target="/ppt/slideMasters/slideMaster1.xml" Id="Rb3033d8827b5416f" /><Relationship Type="http://schemas.openxmlformats.org/officeDocument/2006/relationships/notesMaster" Target="/ppt/notesMasters/notesMaster1.xml" Id="Red4e87d7d1fb43af" /><Relationship Type="http://schemas.openxmlformats.org/officeDocument/2006/relationships/presProps" Target="/ppt/presProps.xml" Id="R7e5410ce8a7844a1" /><Relationship Type="http://schemas.openxmlformats.org/officeDocument/2006/relationships/tableStyles" Target="/ppt/tableStyles.xml" Id="Raabbabf986484853" /><Relationship Type="http://schemas.openxmlformats.org/officeDocument/2006/relationships/slide" Target="/ppt/slides/slide1.xml" Id="R040de6a451d144b8" /><Relationship Type="http://schemas.openxmlformats.org/officeDocument/2006/relationships/slide" Target="/ppt/slides/slide2.xml" Id="R88fe6442e98744b8" /><Relationship Type="http://schemas.openxmlformats.org/officeDocument/2006/relationships/slide" Target="/ppt/slides/slide3.xml" Id="R76836f89b1dd4552" /><Relationship Type="http://schemas.openxmlformats.org/officeDocument/2006/relationships/slide" Target="/ppt/slides/slide4.xml" Id="R1fd391a0170742ca" /><Relationship Type="http://schemas.openxmlformats.org/officeDocument/2006/relationships/slide" Target="/ppt/slides/slide5.xml" Id="R3eb5b3aa85ee483b" /><Relationship Type="http://schemas.openxmlformats.org/officeDocument/2006/relationships/slide" Target="/ppt/slides/slide6.xml" Id="R967fe3ce49db4868" /><Relationship Type="http://schemas.openxmlformats.org/officeDocument/2006/relationships/slide" Target="/ppt/slides/slide7.xml" Id="Rbd42ea65988940e7" /><Relationship Type="http://schemas.openxmlformats.org/officeDocument/2006/relationships/slide" Target="/ppt/slides/slide8.xml" Id="Rebd00e18a65f43bc" /><Relationship Type="http://schemas.openxmlformats.org/officeDocument/2006/relationships/slide" Target="/ppt/slides/slide9.xml" Id="R2ea864de265b41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fa69e4cfc440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c513090dc4ead" /><Relationship Type="http://schemas.openxmlformats.org/officeDocument/2006/relationships/notesMaster" Target="/ppt/notesMasters/notesMaster1.xml" Id="R19a6f6eba77844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229ece19394adf" /><Relationship Type="http://schemas.openxmlformats.org/officeDocument/2006/relationships/notesMaster" Target="/ppt/notesMasters/notesMaster1.xml" Id="R73e0482bce154f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ba5831298043de" /><Relationship Type="http://schemas.openxmlformats.org/officeDocument/2006/relationships/notesMaster" Target="/ppt/notesMasters/notesMaster1.xml" Id="R8935bdb1501947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6b5a9171744162" /><Relationship Type="http://schemas.openxmlformats.org/officeDocument/2006/relationships/notesMaster" Target="/ppt/notesMasters/notesMaster1.xml" Id="Rce4c2abdf6e4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085feb4fe6453e" /><Relationship Type="http://schemas.openxmlformats.org/officeDocument/2006/relationships/notesMaster" Target="/ppt/notesMasters/notesMaster1.xml" Id="R1a75a42745ff4d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90eba9bf104e05" /><Relationship Type="http://schemas.openxmlformats.org/officeDocument/2006/relationships/notesMaster" Target="/ppt/notesMasters/notesMaster1.xml" Id="R35e14bc3a80245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86b8f2ee884539" /><Relationship Type="http://schemas.openxmlformats.org/officeDocument/2006/relationships/notesMaster" Target="/ppt/notesMasters/notesMaster1.xml" Id="R3244f045cc5541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e4864ab1004f43" /><Relationship Type="http://schemas.openxmlformats.org/officeDocument/2006/relationships/notesMaster" Target="/ppt/notesMasters/notesMaster1.xml" Id="R3be4f31cee6a43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12a826dd9d43cd" /><Relationship Type="http://schemas.openxmlformats.org/officeDocument/2006/relationships/notesMaster" Target="/ppt/notesMasters/notesMaster1.xml" Id="R1cd50fd8314848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agent changed twenty-six fields while I continued working. I reviewed only three—and none of my work was lost.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It’s Thursday afternoon. Maya is preparing a product launch for Friday. She asks an agent to reorganize the launch board—but she cannot stop working while it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agent branches from revision one. Meanwhile, Maya changes owners, deadlines, and workflow status. By the time the agent finishes, the board is already at revision five.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agent remembers every tool call. But that history cannot decide whether Maya or Dev should own security. If the agent writes directly, someone’s decision disappears.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That’s why we built Merge Queue: Git-style conflict resolution for humans and agents editing the same live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Through WebMCP, the agent reads the board, opens an isolated branch, and stages thirteen operations. Merge Queue compares its base, Maya’s current board, and the agent proposal. Twenty-two changes are safe. One matches. Only three need human judgment. Maya keeps Friday, chooses herself as owner, and leaves the demo in progress. Everything else merges automatically.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agent cannot resolve these conflicts or commit the merge. Maya approves one atomic revision—and can revert it without erasing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WebMCP makes this possible inside the live application: structured tools, versioned state, visible operations, and narrow permissions.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 bring speed. People keep judgment. Merge Queue makes room for both.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f27e526a14f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d93e7938c2471d" /><Relationship Type="http://schemas.openxmlformats.org/officeDocument/2006/relationships/slideLayout" Target="/ppt/slideLayouts/slideLayout1.xml" Id="R7abf21e70e9746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bf21e70e9746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167ef2e6c441a" /><Relationship Type="http://schemas.openxmlformats.org/officeDocument/2006/relationships/image" Target="/ppt/media/image.png" Id="R37541d09579a4639" /><Relationship Type="http://schemas.openxmlformats.org/officeDocument/2006/relationships/notesSlide" Target="/ppt/notesSlides/notesSlide1.xml" Id="Rb3982c71749c44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d704e67c64b06" /><Relationship Type="http://schemas.openxmlformats.org/officeDocument/2006/relationships/image" Target="/ppt/media/image2.png" Id="Ra1f8197ef8514feb" /><Relationship Type="http://schemas.openxmlformats.org/officeDocument/2006/relationships/notesSlide" Target="/ppt/notesSlides/notesSlide2.xml" Id="Rce3e7b51fb7049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bb67d8c2f4479" /><Relationship Type="http://schemas.openxmlformats.org/officeDocument/2006/relationships/image" Target="/ppt/media/image3.png" Id="R1978cb5bd469481f" /><Relationship Type="http://schemas.openxmlformats.org/officeDocument/2006/relationships/notesSlide" Target="/ppt/notesSlides/notesSlide3.xml" Id="Rc18be45315644d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9b5bad935407c" /><Relationship Type="http://schemas.openxmlformats.org/officeDocument/2006/relationships/image" Target="/ppt/media/image4.png" Id="Rbddb5be992ec43c7" /><Relationship Type="http://schemas.openxmlformats.org/officeDocument/2006/relationships/notesSlide" Target="/ppt/notesSlides/notesSlide4.xml" Id="Ra4468d80b44f40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189d98fdf4356" /><Relationship Type="http://schemas.openxmlformats.org/officeDocument/2006/relationships/image" Target="/ppt/media/image5.png" Id="R364037c6576f429f" /><Relationship Type="http://schemas.openxmlformats.org/officeDocument/2006/relationships/notesSlide" Target="/ppt/notesSlides/notesSlide5.xml" Id="R307501e87d444a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63803d93c4711" /><Relationship Type="http://schemas.openxmlformats.org/officeDocument/2006/relationships/image" Target="/ppt/media/image6.png" Id="R20eb7b583dbe4a69" /><Relationship Type="http://schemas.openxmlformats.org/officeDocument/2006/relationships/notesSlide" Target="/ppt/notesSlides/notesSlide6.xml" Id="Rf82a6897bb3245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0c8f77ece45e1" /><Relationship Type="http://schemas.openxmlformats.org/officeDocument/2006/relationships/image" Target="/ppt/media/image7.png" Id="Rbad9187b6f8e4960" /><Relationship Type="http://schemas.openxmlformats.org/officeDocument/2006/relationships/notesSlide" Target="/ppt/notesSlides/notesSlide7.xml" Id="R418ed12ea24542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b9c99c15c440d" /><Relationship Type="http://schemas.openxmlformats.org/officeDocument/2006/relationships/image" Target="/ppt/media/image8.png" Id="R8f0c76b2349848d3" /><Relationship Type="http://schemas.openxmlformats.org/officeDocument/2006/relationships/notesSlide" Target="/ppt/notesSlides/notesSlide8.xml" Id="R572b91e5ea7348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781ce961e4d2c" /><Relationship Type="http://schemas.openxmlformats.org/officeDocument/2006/relationships/image" Target="/ppt/media/image9.png" Id="Rbc861c4cc27c4ea8" /><Relationship Type="http://schemas.openxmlformats.org/officeDocument/2006/relationships/notesSlide" Target="/ppt/notesSlides/notesSlide9.xml" Id="Rcd6f0f0fb7df40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41d09579a463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86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8197ef8514fe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2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8cb5bd469481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3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b5be992ec43c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81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037c6576f429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892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b7b583dbe4a6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760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9187b6f8e496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04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c76b2349848d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318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61c4cc27c4ea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27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2026-09-04T05:30:44.0420000Z</dcterms:created>
  <dcterms:modified xsi:type="dcterms:W3CDTF">2026-09-04T05:30:44.0430000Z</dcterms:modified>
</coreProperties>
</file>